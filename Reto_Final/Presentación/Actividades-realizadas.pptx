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Heebo Bold" panose="020B0604020202020204" charset="-79"/>
      <p:regular r:id="rId13"/>
    </p:embeddedFont>
    <p:embeddedFont>
      <p:font typeface="Heebo Light" pitchFamily="2" charset="-79"/>
      <p:regular r:id="rId14"/>
    </p:embeddedFont>
    <p:embeddedFont>
      <p:font typeface="Montserrat" panose="00000500000000000000" pitchFamily="2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465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76465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Actividades realizadas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264346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Preparación y modelado de datos para el Dashboard.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69840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Presentación condensada de las tareas clave ejecutadas por el equipo de Data Engineering para dejar la capa de datos lista para Business Intelligence.</a:t>
            </a:r>
            <a:endParaRPr lang="en-US" sz="1100" dirty="0"/>
          </a:p>
        </p:txBody>
      </p:sp>
      <p:pic>
        <p:nvPicPr>
          <p:cNvPr id="1028" name="Picture 4" descr="Photo modern database system illustration with central storage and interconnected data nodes in a blue gra">
            <a:extLst>
              <a:ext uri="{FF2B5EF4-FFF2-40B4-BE49-F238E27FC236}">
                <a16:creationId xmlns:a16="http://schemas.microsoft.com/office/drawing/2014/main" id="{9A8CD459-B0D5-F129-1741-712ED4FE5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985" y="1419355"/>
            <a:ext cx="2869094" cy="191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621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Modulo 1 — Indicadores Macroeconómicos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61269"/>
            <a:ext cx="3053135" cy="17300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2099444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Objetivo: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Preparar las variables económicas (PIB, petróleo, tipos de cambio) para comparar su evolución temporal y alimentar gráficas de tendencia.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510260"/>
            <a:ext cx="354360" cy="354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7658" y="3510260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Estandarización de nombres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027658" y="3816772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Unificación de nombres de columnas y diccionario de datos para garantizar consistencia entre fuentes.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0553" y="3510260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92092" y="3510260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Ajuste de formatos temporales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5192092" y="3816772"/>
            <a:ext cx="345578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Conversión de año/mes a tipo fecha, normalización de zonas horarias y creación de series temporales continuas.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6707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Modulo 2 — Mercado Laboral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67519" y="219357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Objetivo: Ordenar encuestas y censos de empleo para que el dashboard los interprete de forma fiable.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579861"/>
            <a:ext cx="877193" cy="10964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0491" y="2579861"/>
            <a:ext cx="29328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Reorganización de tablas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550491" y="2886373"/>
            <a:ext cx="29328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Transformación de estructuras horizontales a tablas normalizadas (long format) para facilitar agregaciones y joins.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553" y="2579861"/>
            <a:ext cx="877193" cy="10964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4926" y="2579861"/>
            <a:ext cx="29329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Limpieza de ruido visual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714926" y="2886373"/>
            <a:ext cx="2932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Eliminación de notas al pie, encabezados duplicados y celdas con texto libre que provocaban errores en cálculos automáticos.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003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Modulo 3 — Sector Empresarial y Educativo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322341" y="1967433"/>
            <a:ext cx="433030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Objetivo:</a:t>
            </a: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Integrar datos de bachilleres con empresas activas por provincia para análisis de matching laboral y capacidades regionales.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96119" y="3484141"/>
            <a:ext cx="4007197" cy="1253356"/>
          </a:xfrm>
          <a:prstGeom prst="roundRect">
            <a:avLst>
              <a:gd name="adj" fmla="val 4676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407" y="3628430"/>
            <a:ext cx="371862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Filtros de consistencia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407" y="3928839"/>
            <a:ext cx="371862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Exclusión de registros incompletos, estandarización de códigos geográficos y verificación de límites administrativos.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40684" y="3484141"/>
            <a:ext cx="4007197" cy="1253356"/>
          </a:xfrm>
          <a:prstGeom prst="roundRect">
            <a:avLst>
              <a:gd name="adj" fmla="val 4676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84973" y="3628430"/>
            <a:ext cx="371862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Agrupación estratégica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784973" y="3928839"/>
            <a:ext cx="371862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Consolidación de alumnos por provincia y creación de vistas resumidas para mejorar rendimiento en el dashboard.</a:t>
            </a:r>
            <a:endParaRPr lang="en-US" sz="1050" dirty="0"/>
          </a:p>
        </p:txBody>
      </p:sp>
      <p:pic>
        <p:nvPicPr>
          <p:cNvPr id="2052" name="Picture 4" descr="Data processing and database storage flow diagram illustrating information transfer and system operations">
            <a:extLst>
              <a:ext uri="{FF2B5EF4-FFF2-40B4-BE49-F238E27FC236}">
                <a16:creationId xmlns:a16="http://schemas.microsoft.com/office/drawing/2014/main" id="{F183EB01-F727-3DA7-72B6-CD2E46C63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77" y="1190382"/>
            <a:ext cx="2887279" cy="157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2404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Modulo 4 — Modelado Final (Capa Gold)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82262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Objetivo: Dejar la información calculada, conectada y optimizada para visualización y consultas rápidas.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435721"/>
            <a:ext cx="2290465" cy="19836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62127" y="2596530"/>
            <a:ext cx="18926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Catálogos unificados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162127" y="2903041"/>
            <a:ext cx="18926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Tablas maestras de tiempo y geografía para sincronizar filtros y evitar discrepancias entre visualizaciones.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7342" y="2435721"/>
            <a:ext cx="2290539" cy="19836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94351" y="2596530"/>
            <a:ext cx="18927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Cálculos desde el código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6594351" y="3124498"/>
            <a:ext cx="18927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Pre-cálculo de métricas costosas (Top 10 sectores, ratios compuestos) y persistencia para reducir latencia en el reporte.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739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resumen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0252"/>
            <a:ext cx="3902943" cy="1615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Transformación: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De archivos pesados y desordenados a una base centralizada, limpia y conectada.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Eficiencia: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Procesos ETL y modelos optimizados que reducen tiempos de refresco y carga del dashboard.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Impacto: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Información lista para la toma de decisiones ágiles y basadas en datos, con gobernanza y trazabilidad.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1" y="1362447"/>
            <a:ext cx="3902943" cy="22116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3928467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DCD7E5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414240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El mayor trabajo ocurre detrás de cámaras: hemos construido una capa Gold eficiente que entrega datos fiables, rápidos y listos para el análisis.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393</Words>
  <Application>Microsoft Office PowerPoint</Application>
  <PresentationFormat>Presentación en pantalla (16:9)</PresentationFormat>
  <Paragraphs>38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Calibri</vt:lpstr>
      <vt:lpstr>Montserrat</vt:lpstr>
      <vt:lpstr>Heebo Light</vt:lpstr>
      <vt:lpstr>Heebo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JESUS ALEJANDRO RIVAS REINOSO</cp:lastModifiedBy>
  <cp:revision>2</cp:revision>
  <dcterms:created xsi:type="dcterms:W3CDTF">2026-07-07T21:11:33Z</dcterms:created>
  <dcterms:modified xsi:type="dcterms:W3CDTF">2026-07-07T21:15:50Z</dcterms:modified>
</cp:coreProperties>
</file>